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4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889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hindiamdr-coder/Analisis-del-Absentismo-Laboral_Caso-Practi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F766E">
              <a:alpha val="6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UN CASO PRÁCTICO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Absentismo Laboral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66928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determinantes, perfil del trabajador absentista y plan de acción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5029200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48640" y="5029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 MELISA DÍAZ RIVERO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metodología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se mide? 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absentismo se cuantifica con el </a:t>
            </a: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Bradford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 = S² × D), que penaliza más las ausencias frecuentes que las largas y aisladas.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analizaron los datos?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 descriptiva y correlaciones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lineal y Random Forest (importancia de variables)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perfiles (absentismo alto vs bajo)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554480"/>
            <a:ext cx="3840480" cy="4480560"/>
          </a:xfrm>
          <a:prstGeom prst="roundRect">
            <a:avLst>
              <a:gd name="adj" fmla="val 2381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DE ABSENTISMO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22860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8229600" y="257860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82396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82396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Bradford 0 – 49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empleados (83%)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3493008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8229600" y="378561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823960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23960" y="3950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Bradford 50 – 200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0" y="4242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empleados (10%)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4700016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8229600" y="4992624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823960" y="48097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23960" y="5157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Bradford &gt; 200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0" y="5449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empleados (7%)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APARTADO 1 · VARIABLES QUE INFLUYEN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factores explican el absentismo?</a:t>
            </a:r>
            <a:endParaRPr lang="en-US" sz="3000" dirty="0"/>
          </a:p>
        </p:txBody>
      </p:sp>
      <p:pic>
        <p:nvPicPr>
          <p:cNvPr id="4" name="Image 0" descr="grafico_1_correl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6766560" cy="3803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3492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 de cada variable con el absentismo. Rojo: lo aumenta · Verde: lo reduce.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Gráfico de elaboración propia con Python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543800" y="1508760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81812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variables clave (significativas)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18120" y="21488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Horas extras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+0,82  ·  más sobrecarga, más ausencias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Motivación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−0,81  ·  más </a:t>
            </a:r>
            <a:r>
              <a:rPr lang="en-US" sz="12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menos ausencias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Meses sin promoción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+0,81  ·  estancamiento profesional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Satisfacción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−0,74  ·  más satisfacción, menos ausencias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818120" y="489204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955280" y="4892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Edad y antigüedad: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relación con el absentismo.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APARTADO 1 · CONFIRMACIÓN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confirman los factores clave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115E5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lineal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absentismo explicado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63240" y="155448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115E5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063240" y="1691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06324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2743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absentismo explicado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cuantifica cuánto pesa cada variable. Las cuatro de mayor peso coinciden con las del análisis de correlación, lo que refuerza la solidez del resultado: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Satisfacción  </a:t>
            </a: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5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  </a:t>
            </a: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5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sin promoción  </a:t>
            </a: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extras  </a:t>
            </a: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500" dirty="0"/>
          </a:p>
        </p:txBody>
      </p:sp>
      <p:pic>
        <p:nvPicPr>
          <p:cNvPr id="14" name="Image 0" descr="grafico_2_departa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00200"/>
            <a:ext cx="5760720" cy="3703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97880" y="53949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tiene la media más alta, pero su mediana es similar al resto: el problema lo causan pocos casos extremos, no todo el departamento.</a:t>
            </a:r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de elaboración propia con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APARTADO 2 · PERFIL DEL ABSENTISTA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existe un perfil claro y diferenciado</a:t>
            </a:r>
            <a:endParaRPr lang="en-US" sz="3000" dirty="0"/>
          </a:p>
        </p:txBody>
      </p:sp>
      <p:pic>
        <p:nvPicPr>
          <p:cNvPr id="4" name="Image 0" descr="grafico_3_per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64008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00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del perfil medio: empleados con absentismo bajo (verde) vs alto (rojo).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Gráfico de elaboración propia con Python.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780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Rasgos del trabajador con absentismo alto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23760" y="2093976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635240" y="20025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 y satisfacción muy bajas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35240" y="2295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3/10 frente a 7/10 del resto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23760" y="2880360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635240" y="2788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Fuerte sobrecarga de trabajo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35240" y="3081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7× más horas extras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23760" y="3666744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635240" y="35753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Estancamiento profesional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35240" y="3867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 4 años sin promocionar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4453128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635240" y="4361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formación recibida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635240" y="4654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aproximadamente la mitad de horas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23760" y="5239512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7635240" y="51480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Concentrado en Ventas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635240" y="5440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de los casos de absentismo alto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APARTADO 2 · JUSTIFICACIÓN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estas conclusiones son fiables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 sólido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explican entre el 81% y el 97% del absentismo: el patrón no es fruto del azar.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variables del perfil son justo las de mayor peso en ambos modelos.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Correlación, modelos y comparación de grupos apuntan al mismo resultado.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Cautelas importantes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92240" y="26060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 no es causalidad: las horas extras pueden causar absentismo, o ambos venir de una mala organización del trabajo.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Edad, antigüedad y tipo de contrato NO sirven para perfilar a nadie.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perfil se apoya en factores que la empresa puede cambiar, no en etiquetar personas.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APARTADO 3 · PLAN DE ACCIÓN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para prevenir y reducir el absentismo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77240" y="1810512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02536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204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Mejorar </a:t>
            </a:r>
            <a:r>
              <a:rPr lang="en-US" sz="145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</a:t>
            </a: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satisfacción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Encuestas de clima, reconocimiento y mejor encaje puesto-persona.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15544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590288" y="1810512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002536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33488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590288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la sobrecarga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90288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a las horas extra y vigilar el agotamiento como alerta.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74736" y="15544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8403336" y="1810512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002536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46536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8403336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Reactivar la promoción interna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403336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de carrera; revisar a quien lleva +3 años sin promocionar.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639312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777240" y="3895344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087368"/>
            <a:ext cx="393192" cy="3931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52044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77240" y="4736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Reforzar la formación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77240" y="50566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el plan formativo en los colectivos con menos horas.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61688" y="3639312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3"/>
          <p:cNvSpPr/>
          <p:nvPr/>
        </p:nvSpPr>
        <p:spPr>
          <a:xfrm>
            <a:off x="4590288" y="3895344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4087368"/>
            <a:ext cx="393192" cy="3931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3348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4590288" y="4736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Intervención focalizada en Ventas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590288" y="50566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Auditar presión comercial, objetivos y jornada del departamento.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74736" y="3639312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28"/>
          <p:cNvSpPr/>
          <p:nvPr/>
        </p:nvSpPr>
        <p:spPr>
          <a:xfrm>
            <a:off x="8403336" y="3895344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4087368"/>
            <a:ext cx="393192" cy="39319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146536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38" name="Text 30"/>
          <p:cNvSpPr/>
          <p:nvPr/>
        </p:nvSpPr>
        <p:spPr>
          <a:xfrm>
            <a:off x="8403336" y="4736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temprana, no punitiva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403336" y="50566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Caída de ánimo + más horas extra = ofrecer </a:t>
            </a:r>
            <a:r>
              <a:rPr lang="en-US" sz="115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sancionar.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114800" cy="4114800"/>
          </a:xfrm>
          <a:prstGeom prst="ellipse">
            <a:avLst/>
          </a:prstGeom>
          <a:solidFill>
            <a:srgbClr val="0F766E">
              <a:alpha val="5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241280" y="-1371600"/>
            <a:ext cx="3657600" cy="3657600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absentismo no es demográfico: es de gestión.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causas son </a:t>
            </a: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identificables y modificables</a:t>
            </a:r>
            <a:r>
              <a:rPr lang="en-US" sz="17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desmotivación, insatisfacción, sobrecarga y estancamiento profesional. Existe un perfil definido de trabajador absentista, pero se apoya en factores que la empresa puede cambiar.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68680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 sobre el clima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5138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 y satisfacción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44348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0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Aliviar la carga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5138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extra y promoción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44348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75320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preventivo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75320" y="5138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Apoyo, no sanción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114800" cy="4114800"/>
          </a:xfrm>
          <a:prstGeom prst="ellipse">
            <a:avLst/>
          </a:prstGeom>
          <a:solidFill>
            <a:srgbClr val="0F766E">
              <a:alpha val="5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241280" y="-1371600"/>
            <a:ext cx="3657600" cy="3657600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CÓDIGO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análisis se realizó con Python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16975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Estadística, modelos predictivos y gráficos generados íntegramente con las librerías </a:t>
            </a: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r>
              <a:rPr lang="en-US" sz="16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r>
              <a:rPr lang="en-US" sz="16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matplotlib, </a:t>
            </a:r>
            <a:r>
              <a:rPr lang="en-US" sz="1600" b="1" dirty="0" err="1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</a:t>
            </a:r>
            <a:r>
              <a:rPr lang="en-US" sz="16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en-US" sz="16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pic>
        <p:nvPicPr>
          <p:cNvPr id="16" name="Captura importación librerí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18" y="4050000"/>
            <a:ext cx="5083540" cy="2150000"/>
          </a:xfrm>
          <a:prstGeom prst="roundRect">
            <a:avLst>
              <a:gd name="adj" fmla="val 3000"/>
            </a:avLst>
          </a:prstGeom>
        </p:spPr>
      </p:pic>
      <p:sp>
        <p:nvSpPr>
          <p:cNvPr id="17" name="Caption 1"/>
          <p:cNvSpPr/>
          <p:nvPr/>
        </p:nvSpPr>
        <p:spPr>
          <a:xfrm>
            <a:off x="1599818" y="6250000"/>
            <a:ext cx="50835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Importación de las librerías</a:t>
            </a:r>
            <a:endParaRPr lang="en-US" sz="1200" i="1" dirty="0"/>
          </a:p>
        </p:txBody>
      </p:sp>
      <p:pic>
        <p:nvPicPr>
          <p:cNvPr id="18" name="Captura modelos predictiv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358" y="4050000"/>
            <a:ext cx="3508824" cy="2150000"/>
          </a:xfrm>
          <a:prstGeom prst="roundRect">
            <a:avLst>
              <a:gd name="adj" fmla="val 3000"/>
            </a:avLst>
          </a:prstGeom>
        </p:spPr>
      </p:pic>
      <p:sp>
        <p:nvSpPr>
          <p:cNvPr id="19" name="Caption 2"/>
          <p:cNvSpPr/>
          <p:nvPr/>
        </p:nvSpPr>
        <p:spPr>
          <a:xfrm>
            <a:off x="7083358" y="6250000"/>
            <a:ext cx="350882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predictivos (regresión y Random Forest)</a:t>
            </a:r>
            <a:endParaRPr lang="en-US" sz="1200" i="1" dirty="0"/>
          </a:p>
        </p:txBody>
      </p:sp>
      <p:sp>
        <p:nvSpPr>
          <p:cNvPr id="9" name="GitHub footer">
            <a:extLst>
              <a:ext uri="{FF2B5EF4-FFF2-40B4-BE49-F238E27FC236}">
                <a16:creationId xmlns:a16="http://schemas.microsoft.com/office/drawing/2014/main" id="{094A0135-D5E1-F156-9CA9-127840F736FC}"/>
              </a:ext>
            </a:extLst>
          </p:cNvPr>
          <p:cNvSpPr/>
          <p:nvPr/>
        </p:nvSpPr>
        <p:spPr>
          <a:xfrm>
            <a:off x="658368" y="3326880"/>
            <a:ext cx="9144001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completo en GitHub: </a:t>
            </a:r>
            <a:r>
              <a:rPr lang="en-US" sz="1400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github.com/chindiamdr-coder/Analisis-del-Absentismo-Laboral_Caso-Practico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779</Words>
  <Application>Microsoft Office PowerPoint</Application>
  <PresentationFormat>Panorámica</PresentationFormat>
  <Paragraphs>118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del Absentismo Laboral</dc:title>
  <dc:subject>PptxGenJS Presentation</dc:subject>
  <dc:creator>Práctica Final</dc:creator>
  <cp:lastModifiedBy>Melisa Díaz Rivero</cp:lastModifiedBy>
  <cp:revision>4</cp:revision>
  <dcterms:created xsi:type="dcterms:W3CDTF">2026-06-30T19:54:24Z</dcterms:created>
  <dcterms:modified xsi:type="dcterms:W3CDTF">2026-07-02T20:27:27Z</dcterms:modified>
</cp:coreProperties>
</file>